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Zone 6 Community Garden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Woodlands CC Community Garden Development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simple and sustainable garden</a:t>
            </a:r>
          </a:p>
          <a:p>
            <a:r>
              <a:t>• Encourage community participation</a:t>
            </a:r>
          </a:p>
          <a:p>
            <a:r>
              <a:t>• Provide fresh vegetables and herbs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Garden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Plot 1: Climbing Vegetables</a:t>
            </a:r>
          </a:p>
          <a:p>
            <a:r>
              <a:t>Plot 2: Leafy Vegetables</a:t>
            </a:r>
          </a:p>
          <a:p>
            <a:r>
              <a:t>Plot 3: Fruiting Vegetables</a:t>
            </a:r>
          </a:p>
          <a:p>
            <a:r>
              <a:t>Plot 4: Herbs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Plants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Bitter Gourd, Loofah, Long Bean</a:t>
            </a:r>
          </a:p>
          <a:p>
            <a:r>
              <a:t>Kang Kong, Bayam, Sweet Potato Leaves</a:t>
            </a:r>
          </a:p>
          <a:p>
            <a:r>
              <a:t>Chilli Padi, Brinjal</a:t>
            </a:r>
          </a:p>
          <a:p>
            <a:r>
              <a:t>Pandan, Lemongrass, Laksa Leaf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Site preparation → Planting → Garden Opening (26 Jul 2026) → Monthly &amp; Quarterly Activities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Watering, inspection, harvesting, volunteer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Composting, community harvest events, replanting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Half-Yearly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Soil improvement, infrastructure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Yearly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Harvest appreciation day and annual garden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Soil, compost, seedlings, trellis, garden tools, volunteer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bonding, sustainability, healthy living, educational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Together, let's make Zone 6 a model community garden.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